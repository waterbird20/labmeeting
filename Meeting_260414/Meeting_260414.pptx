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**Entanglement measures**: quantify the degree of entanglement (negativity, geometric measure, ...)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single-qubit subsystem, this decomposes as:
$$
T(\rho) = \frac{1}{2}(\rho + X\rho X - Y \rho Y + Z \rho Z)
$$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================================================================================
FIGURE 1 — STATE-SPACE HIERARCHY DIAGRAM
================================================================================
CONTEXT FOR IMAGE GENERATOR:
In quantum information, the set of all bipartite density matrices ρ on
H_A ⊗ H_B has a nested structure. The innermost set is "separable states"
(ρ = Σ p_i ρ^A_i ⊗ ρ^B_i). Containing it is the set of "PPT states" (states
whose partial transpose ρ^{T_B} is positive semidefinite). Surrounding that
is the set of all density matrices. The region between PPT and all-states is
"NPT entangled" (detectable by the partial transpose). The region between
separable and PPT is "bound entangled" / "PPT entangled" (NOT detectable by
PPT — requires witnesses). Different entanglement-detection techniques cover
different regions. This is one of the most iconic diagrams in the field.
WHAT TO DRAW:
- Three nested rounded rectangles (or ellipses) — NOT a Venn diagram, but
  strict containment (one fully inside the other).
- Outermost rectangle: light gray fill. Label inside near its top edge:
  "All density matrices ρ ∈ D(H_A ⊗ H_B)".
- Middle rectangle: light blue fill. Label near top: "PPT states
  (ρ^{T_B} ≥ 0)".
- Innermost rectangle: light green fill. Label inside center: "Separable
  states   ρ = Σ p_i ρ^A_i ⊗ ρ^B_i".
- In the gray "NPT entangled" annulus between outer and middle: italic label
  "NPT entangled — detected by PPT, negativity, p_n-PPT, p_n-OPPT".
- In the blue "bound entangled" annulus between middle and inner: italic
  label "PPT-entangled (bound) — requires entanglement witnesses".
- Four arrows drawn from OUTSIDE the outer rectangle pointing at the regions
  they detect, each with a small text label at its base:
    (1) "PPT / Negativity"  →  NPT annulus
    (2) "p_n-OPPT (Paper 1)"  →  NPT annulus (draw to a different spot)
    (3) "Witnesses"  →  a cut plane slicing across the separable boundary
        (draw as a straight dashed line tangent to the inner rectangle)
    (4) "SDP hierarchy"  →  bound-entangled annulus
STYLE:
- Flat academic diagram, sans-serif, pastel fills, thin black borders.
- No 3D, no shading, no gradients. Clean and publication-ready.
- Approximate aspect ratio 4:3. Text legible at 14pt minimum.
================================================================================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================================================================================
FIGURE 2 — HANKEL MATRIX ANATOMY
================================================================================
CONTEXT FOR IMAGE GENERATOR:
A Hankel matrix is a square matrix whose anti-diagonals are constant — that is,
the (i, j) entry depends only on the SUM i+j. When the entries are the moments
p_0, p_1, p_2, ... of a probability measure on the real line (in our case, the
moments of the partial transpose), the positive semidefiniteness (PSD) of this
matrix characterizes whether the sequence could have come from a legitimate
probability distribution. A separable quantum state always produces a PSD
Hankel matrix; if the Hankel matrix is NOT PSD, then the state must be
entangled. This diagram should make the "anti-diagonal structure" visually
obvious — that is the entire point of calling it a Hankel matrix.
WHAT TO DRAW:
- A 4×4 square matrix drawn as a grid with thin black borders.
- Entries from top-left, reading row by row:
    Row 0:  p_0   p_1   p_2   p_3
    Row 1:  p_1   p_2   p_3   p_4
    Row 2:  p_2   p_3   p_4   p_5
    Row 3:  p_3   p_4   p_5   p_6
- CRUCIAL: color each anti-diagonal (cells sharing the same i+j) with the
  SAME soft pastel color. There are 7 anti-diagonals (i+j = 0 through 6).
  Use 7 distinct pastel hues — e.g., pale yellow (i+j=0), peach, pink,
  lavender, mint, sky blue, pale teal (i+j=6). The visual repetition is
  the pedagogical point.
- Draw a curved arrow outside the matrix pointing to one anti-diagonal
  (say, the one filled with p_2 entries in positions (0,2),(1,1),(2,0))
  with a label: "Anti-diagonal: constant entry p_{i+j}".
- Below the matrix, centered, write in italic:
    "H ≥ 0  ⟺  moments come from a valid measure on ℝ"
- To the right of the matrix, a callout box:
    "Violation of H ≥ 0  ⟹  state is entangled"
- Top-left corner: small label "H_3 (order-3 Hankel matrix)"
STYLE:
- Clean academic schematic. Matrix cells roughly 60×60 px. Entry text in
  serif math font (LaTeX-like), at least 18pt. Annotations in italic
  sans-serif. No 3D, no shadows, no gradients on cells — just flat fills.
- Approximate canvas 4:3 aspect ratio.
================================================================================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# Theorem 3(b): Quantum Refinement
&lt;style scoped&gt;
p, li {
   font-size: 18pt;
   color: #000000;
}
&lt;/style&gt;
### Why is the lower bound sufficient?
For PT-moments from a quantum state, we always have:
- $p_1 = \text{Tr}[\rho_{AB}^{T_A}] = 1$
- $p_2 = \text{Tr}[\rho_{AB}^2]$ (purity), satisfying $1/d \leq p_2 \leq 1$
The **upper bound** on $p_3$ is automatically satisfied by any (separable or entangled) state. Thus only the **lower bound** matters for entanglement detection:
$$
p_3 \geq \alpha x^3 + (1 - \alpha x)^3
$$
### Remarks
- When $\alpha = 1$ (i.e., $p_2 \geq 1/2$): criterion reduces to $p_3 \geq p_2^2$, recovering $p_3$-PPT
- When $\alpha \geq 2$ (i.e., $p_2 &lt; 1/2$, high-dimensional or mixed states): the optimal criterion is **strictly stronger**
- The criterion is **dimension-independent**: the same formula works for any $d$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Entanglement Detection and Quantification: PT-Moments and Geometric Measure</dc:title>
  <dc:subject>PptxGenJS Presentation</dc:subject>
  <dc:creator>Donghun Jung</dc:creator>
  <cp:lastModifiedBy>Donghun Jung</cp:lastModifiedBy>
  <cp:revision>1</cp:revision>
  <dcterms:created xsi:type="dcterms:W3CDTF">2026-04-13T16:00:56Z</dcterms:created>
  <dcterms:modified xsi:type="dcterms:W3CDTF">2026-04-13T16:00:56Z</dcterms:modified>
</cp:coreProperties>
</file>